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2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6ADDB7C-6EB8-4BAA-DEBD-E58B58622E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EDA1CF4-E364-BCD4-6711-2FFC51EAB6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907B31B-58E5-F862-F1E9-A567B22CBB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1C90D6-3333-428B-94BA-B09957E20C1B}" type="datetimeFigureOut">
              <a:rPr lang="es-ES" smtClean="0"/>
              <a:t>07/01/2026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A3A4AAE-E6BE-75B4-B518-2A5534D600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4513026-FA32-7CAE-9929-FED25FE793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8130C-8EFA-4054-84A3-732B2EED311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872293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3770DFB-ECAA-CEFE-EF81-96C94A1AF9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ADD9534-45C5-D92D-BE1D-F11CAC8CE2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5544FEB-12E2-02A1-CF0E-63D785C519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1C90D6-3333-428B-94BA-B09957E20C1B}" type="datetimeFigureOut">
              <a:rPr lang="es-ES" smtClean="0"/>
              <a:t>07/01/2026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9C95AFC-5E37-F2D8-C089-C0F9304196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7B84F4A-4CFB-EB60-48AD-99A8777E29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8130C-8EFA-4054-84A3-732B2EED311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625330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31EDEA9-9B0B-8F35-B765-2ACDFB84CA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F50F5A4-1B36-FEBB-40F4-7E460EE9D3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3E4F6B1-2822-9FDD-CD48-7E4C4063FC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1C90D6-3333-428B-94BA-B09957E20C1B}" type="datetimeFigureOut">
              <a:rPr lang="es-ES" smtClean="0"/>
              <a:t>07/01/2026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D9F7421-961B-D465-5262-4494BA2741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79A03F9-BDD4-EFC0-BE48-E295DD8218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8130C-8EFA-4054-84A3-732B2EED311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454938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334514B-C555-59D8-7D13-999854D901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3DC83E6-D786-B93A-BCCE-C58543B560F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F7E3CF8-B242-92CB-AED4-0769A59CCD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6A5CDBD-A918-1F9B-B7F4-D07A737F2E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1C90D6-3333-428B-94BA-B09957E20C1B}" type="datetimeFigureOut">
              <a:rPr lang="es-ES" smtClean="0"/>
              <a:t>07/01/2026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CB7DD0F-0E1B-BFCC-ADEA-4DB138CDA8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CFF6E7B-0EBE-BC2C-B8D5-64E269E6C0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8130C-8EFA-4054-84A3-732B2EED311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770631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2766E9E-CDCA-2A8B-BB9D-5670930250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1C37E1C-612B-50C4-2FDA-DEE5BDEECA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B7D2489-5D9E-EE8F-54D8-FA3AF77BEF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9426ED3F-6DBC-C6B8-7256-5B240680576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55D9C282-B2BE-A259-0FA5-F9427DA6751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589BFBDB-0DA4-3239-2E66-F939FFB860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1C90D6-3333-428B-94BA-B09957E20C1B}" type="datetimeFigureOut">
              <a:rPr lang="es-ES" smtClean="0"/>
              <a:t>07/01/2026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32903070-0C75-CE1B-FE8A-FA1CA44A95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53CEC5EC-C1A3-845E-0ACB-272DEACE66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8130C-8EFA-4054-84A3-732B2EED311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097848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EBEE3E0-5645-19FB-5A08-C46B898EED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E7812BC1-5B99-BEE0-EA7C-CFEDAE184D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1C90D6-3333-428B-94BA-B09957E20C1B}" type="datetimeFigureOut">
              <a:rPr lang="es-ES" smtClean="0"/>
              <a:t>07/01/2026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90D0A8C7-5D37-A85E-4004-5CF4658F9E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326D1BED-1C43-E7CF-391B-E33AD8499A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8130C-8EFA-4054-84A3-732B2EED311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802262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9A423CA1-A2FC-F448-CC95-11D835C696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1C90D6-3333-428B-94BA-B09957E20C1B}" type="datetimeFigureOut">
              <a:rPr lang="es-ES" smtClean="0"/>
              <a:t>07/01/2026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A154D32C-5FB4-3105-B78E-2B454718C4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80B3923-D579-E62C-261D-A72FA0EA3C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8130C-8EFA-4054-84A3-732B2EED311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715142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755B65C-22C8-3206-C9A0-3CE7AB7764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E9041F9-C953-56F2-FCD0-612415A670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BD901CCD-147D-7CF1-3EBF-63592A2AB4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E2FCC12-437B-4226-445C-95A469883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1C90D6-3333-428B-94BA-B09957E20C1B}" type="datetimeFigureOut">
              <a:rPr lang="es-ES" smtClean="0"/>
              <a:t>07/01/2026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FD0B433-9388-DE26-0B28-F592AB0A76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00CA37B-1D49-168C-A1AF-BDF7D21060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8130C-8EFA-4054-84A3-732B2EED311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923708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A058469-A78D-FE50-B517-E5985D727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549B12AB-FA76-5775-B7EF-CBCC47856F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B92AF48-2D56-C072-777E-7AB9EA2273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6C3AFF2-2014-D4D1-9ADB-9D5F8A49FA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1C90D6-3333-428B-94BA-B09957E20C1B}" type="datetimeFigureOut">
              <a:rPr lang="es-ES" smtClean="0"/>
              <a:t>07/01/2026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8CF4169-0DB5-DAF1-A7DD-00027DB087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EBD02B1-A83B-5DD3-C127-7BAED0920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8130C-8EFA-4054-84A3-732B2EED311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0777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57E439C-F2CE-A26E-FDD4-802B1DEBBB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C9F79DD-23C0-48F9-8AF6-41C6FCE8B4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2A96A71-208F-D0AC-3D20-1028EC3B74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1C90D6-3333-428B-94BA-B09957E20C1B}" type="datetimeFigureOut">
              <a:rPr lang="es-ES" smtClean="0"/>
              <a:t>07/01/2026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54B3155-CA20-82E3-F081-0D081EAF38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A7F5059-FB12-8AD1-C356-99D189759F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8130C-8EFA-4054-84A3-732B2EED311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49390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0DFCC703-85E5-9641-FF96-B31474CF83A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7ADE892-B095-41BB-D0DE-A2D543B57E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293ECB4-4D20-1ED6-169A-5B8A46BB95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1C90D6-3333-428B-94BA-B09957E20C1B}" type="datetimeFigureOut">
              <a:rPr lang="es-ES" smtClean="0"/>
              <a:t>07/01/2026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9E15C27-705F-B2C2-AE86-8CA5FA97D9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C6A18F2-1B78-3C2E-95C2-4DFB8FC21E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8130C-8EFA-4054-84A3-732B2EED311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601236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78304D2C-EF91-E98E-75E6-375E086DAB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0917048-8682-9876-0D05-71331D2161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3E0ED6C-98BA-9B34-494F-759C754E69F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1C90D6-3333-428B-94BA-B09957E20C1B}" type="datetimeFigureOut">
              <a:rPr lang="es-ES" smtClean="0"/>
              <a:t>07/01/2026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8147465-5FE0-52CC-EE6A-FBEF9D721A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1B47288-2A9C-2256-2634-CD3D18A220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68130C-8EFA-4054-84A3-732B2EED311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668027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2CD085-E614-4C21-263A-B5CD1DF5A2D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AED881C-F132-0E26-85D4-11C5BF3FF25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ES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016C0E20-E80C-48D3-B945-B3DC3CDD2E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9" name="Imagen 8" descr="Gráfico, Gráfico de líneas&#10;&#10;El contenido generado por IA puede ser incorrecto.">
            <a:extLst>
              <a:ext uri="{FF2B5EF4-FFF2-40B4-BE49-F238E27FC236}">
                <a16:creationId xmlns:a16="http://schemas.microsoft.com/office/drawing/2014/main" id="{37F70DE8-6ED0-16C7-1A0A-0EFC986F40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9270" y="2866047"/>
            <a:ext cx="3355393" cy="1287832"/>
          </a:xfrm>
          <a:prstGeom prst="rect">
            <a:avLst/>
          </a:prstGeom>
        </p:spPr>
      </p:pic>
      <p:pic>
        <p:nvPicPr>
          <p:cNvPr id="11" name="Imagen 10" descr="Gráfico, Gráfico de barras&#10;&#10;El contenido generado por IA puede ser incorrecto.">
            <a:extLst>
              <a:ext uri="{FF2B5EF4-FFF2-40B4-BE49-F238E27FC236}">
                <a16:creationId xmlns:a16="http://schemas.microsoft.com/office/drawing/2014/main" id="{E9BE87F0-BF0B-872F-96D9-6EACBB0099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9270" y="4632326"/>
            <a:ext cx="2065041" cy="1549764"/>
          </a:xfrm>
          <a:prstGeom prst="rect">
            <a:avLst/>
          </a:prstGeom>
        </p:spPr>
      </p:pic>
      <p:pic>
        <p:nvPicPr>
          <p:cNvPr id="13" name="Imagen 12" descr="Gráfico, Gráfico de barras, Histograma&#10;&#10;El contenido generado por IA puede ser incorrecto.">
            <a:extLst>
              <a:ext uri="{FF2B5EF4-FFF2-40B4-BE49-F238E27FC236}">
                <a16:creationId xmlns:a16="http://schemas.microsoft.com/office/drawing/2014/main" id="{E1B88F6E-9DDC-3187-235B-CBB7F7B38A4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61157" y="4632326"/>
            <a:ext cx="2255768" cy="15497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4860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92EBF74-E950-4042-6FC4-A3BD0AB97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9344BBD-01A1-7B2E-0F9E-2B6F390A6C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1085959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Panorámica</PresentationFormat>
  <Paragraphs>0</Paragraphs>
  <Slides>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Tema de Office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Cesar Sanchez</dc:creator>
  <cp:lastModifiedBy>Cesar Sanchez</cp:lastModifiedBy>
  <cp:revision>1</cp:revision>
  <dcterms:created xsi:type="dcterms:W3CDTF">2026-01-07T18:53:47Z</dcterms:created>
  <dcterms:modified xsi:type="dcterms:W3CDTF">2026-01-07T18:54:16Z</dcterms:modified>
</cp:coreProperties>
</file>